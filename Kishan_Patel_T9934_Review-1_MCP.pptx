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6" r:id="rId6"/>
    <p:sldId id="2147470497" r:id="rId7"/>
    <p:sldId id="21474704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sz="3600" b="1" dirty="0" err="1">
                <a:solidFill>
                  <a:schemeClr val="bg1"/>
                </a:solidFill>
              </a:rPr>
              <a:t>laimGuard</a:t>
            </a:r>
            <a:r>
              <a:rPr lang="en-US" sz="3600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Kishan Patel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556548" cy="4884484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Insurance companies process thousands of claims every month each one a bundle of claim forms, itemized bills, medical or repair invoices, and damage photos and adjusters must manually cross-check every number and date against policy rules before a claim can be settled, a process that typically takes 7 to 14 days per claim.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AI chatbots are increasingly explored to speed this up, but they have two big problems: they frequently hallucinate numbers when adding up bills or totals, and they struggle to reliably track dates across documents so a treatment billed before an accident even happened can slip through undetected.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This project, </a:t>
            </a:r>
            <a:r>
              <a:rPr lang="en-US" sz="2400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-MCP, builds a smarter system that reads claim documents and damage photos together, then hands off all the math and date-checking to a deterministic engine instead of the AI turning a slow, error-prone manual review into an accurate, near-instant one.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512039" y="57036"/>
            <a:ext cx="767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Build a system that extracts claim data from documents and photos with strict validation (</a:t>
            </a:r>
            <a:r>
              <a:rPr lang="en-US" b="0" dirty="0" err="1">
                <a:solidFill>
                  <a:schemeClr val="tx1"/>
                </a:solidFill>
                <a:latin typeface="+mn-lt"/>
              </a:rPr>
              <a:t>Pydantic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 schemas + </a:t>
            </a:r>
            <a:r>
              <a:rPr lang="en-US" b="0" dirty="0" err="1">
                <a:solidFill>
                  <a:schemeClr val="tx1"/>
                </a:solidFill>
                <a:latin typeface="+mn-lt"/>
              </a:rPr>
              <a:t>DuckDB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 storage), then verifies it through modular MCP servers — one for extraction, one for policy checks, one for cross-checking consistency.</a:t>
            </a:r>
          </a:p>
          <a:p>
            <a:pPr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Achieve deterministic, 100% accurate math and date-checking via SQL (not AI guesswork), catching fraud and errors with over 90% precision and recall — while giving adjusters a transparent, audit-ready report for every decision.</a:t>
            </a:r>
          </a:p>
          <a:p>
            <a:pPr>
              <a:lnSpc>
                <a:spcPct val="100000"/>
              </a:lnSpc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676931" y="57036"/>
            <a:ext cx="751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Covers multimodal insurance claim dossiers forms, invoices, and damage photos evaluated on a synthetic benchmark of 50 cases (25 clean, 25 defective) spanning arithmetic, timeline, policy, and visual-evidence checks.</a:t>
            </a:r>
          </a:p>
          <a:p>
            <a:pPr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Delivered as a working prototype with an adjuster review dashboard, meant for research and demonstration not a certified fraud-detection tool or production-ready commercial system.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11843" y="57036"/>
            <a:ext cx="738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From Kaggle (real-world base): 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Structured claim data and templates e.g. datasets like "Vehicle Insurance Claim Fraud Detection" or "Auto Insurance Claims Data" for realistic claim forms, billing patterns, and fraud-labeled examples used to model authentic formats and typical claim/invoice structures.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Synthetically generated (custom-built): 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Damage photos paired with mismatched claims, planted timeline paradoxes (treatment/repair dated before the incident), and policy-breach scenarios cases Kaggle doesn't provide created to specifically test the system's cross-checking and fraud-detection logic.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631961" y="57036"/>
            <a:ext cx="7560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467069" y="57036"/>
            <a:ext cx="772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D40B57-DA3E-08B7-4A0E-614B4F0C7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99462"/>
              </p:ext>
            </p:extLst>
          </p:nvPr>
        </p:nvGraphicFramePr>
        <p:xfrm>
          <a:off x="591618" y="1405849"/>
          <a:ext cx="11004549" cy="4480560"/>
        </p:xfrm>
        <a:graphic>
          <a:graphicData uri="http://schemas.openxmlformats.org/drawingml/2006/table">
            <a:tbl>
              <a:tblPr/>
              <a:tblGrid>
                <a:gridCol w="2715787">
                  <a:extLst>
                    <a:ext uri="{9D8B030D-6E8A-4147-A177-3AD203B41FA5}">
                      <a16:colId xmlns:a16="http://schemas.microsoft.com/office/drawing/2014/main" val="823855953"/>
                    </a:ext>
                  </a:extLst>
                </a:gridCol>
                <a:gridCol w="4374037">
                  <a:extLst>
                    <a:ext uri="{9D8B030D-6E8A-4147-A177-3AD203B41FA5}">
                      <a16:colId xmlns:a16="http://schemas.microsoft.com/office/drawing/2014/main" val="65358762"/>
                    </a:ext>
                  </a:extLst>
                </a:gridCol>
                <a:gridCol w="3914725">
                  <a:extLst>
                    <a:ext uri="{9D8B030D-6E8A-4147-A177-3AD203B41FA5}">
                      <a16:colId xmlns:a16="http://schemas.microsoft.com/office/drawing/2014/main" val="344507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81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Protocol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FastMCP</a:t>
                      </a:r>
                      <a:r>
                        <a:rPr lang="en-US" dirty="0"/>
                        <a:t> (Python SDK)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Implements Model Context Protocol tools over stdio/SSE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23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Vision / OCR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Qwen2-VL-7B + Surya OCR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Parses form data, tables, and validates damage photos against claimed line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2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 &amp; 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DuckDB + Pydantic 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Zero-hallucination SQL storage for math, aggregations, and date checks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3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Reasoning 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Ollama (Llama 3.1 8B)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 synthesis, routing across MCP servers, structured JSON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91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Application &amp;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FastAPI + Streamlit + Docker Compose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 API, adjuster dashboard UI, and containerized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746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Kaggle (real-world base) + Synthetic (custom anomalies)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Hybrid dataset for realistic structure + targeted fraud/error 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6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6814107" cy="4519046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Claim settlement time drops from 7–14 days to under 90 seconds per dossier, with 100% arithmetic and date accuracy since all calculations run through </a:t>
            </a:r>
            <a:r>
              <a:rPr lang="en-US" b="0" dirty="0" err="1">
                <a:solidFill>
                  <a:schemeClr val="tx1"/>
                </a:solidFill>
                <a:latin typeface="+mn-lt"/>
              </a:rPr>
              <a:t>DuckDB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 instead of the AI.</a:t>
            </a:r>
          </a:p>
          <a:p>
            <a:pPr algn="just">
              <a:lnSpc>
                <a:spcPct val="10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Fraud and error detection achieves over 90% precision and recall on the benchmark, with every decision backed by a transparent, audit-ready report showing exactly which document or photo triggered the flag.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 and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flowchat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287187" y="57036"/>
            <a:ext cx="790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 err="1">
                <a:solidFill>
                  <a:schemeClr val="bg1"/>
                </a:solidFill>
                <a:cs typeface="Calibri" panose="020F0502020204030204" pitchFamily="34" charset="0"/>
              </a:rPr>
              <a:t>C</a:t>
            </a:r>
            <a:r>
              <a:rPr lang="en-US" b="1" dirty="0" err="1">
                <a:solidFill>
                  <a:schemeClr val="bg1"/>
                </a:solidFill>
              </a:rPr>
              <a:t>laimGuard</a:t>
            </a:r>
            <a:r>
              <a:rPr lang="en-US" b="1" dirty="0">
                <a:solidFill>
                  <a:schemeClr val="bg1"/>
                </a:solidFill>
              </a:rPr>
              <a:t>-MCP : Multimodal Insurance Claim Consistency &amp; Fraud Arbiter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B0754-26D7-E40E-D48B-E131D717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58" y="1271219"/>
            <a:ext cx="4710246" cy="429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688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Kishan Patel</cp:lastModifiedBy>
  <cp:revision>14</cp:revision>
  <dcterms:created xsi:type="dcterms:W3CDTF">2024-05-13T10:33:11Z</dcterms:created>
  <dcterms:modified xsi:type="dcterms:W3CDTF">2026-10-05T07:46:10Z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